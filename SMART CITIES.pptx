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63" r:id="rId5"/>
    <p:sldId id="260" r:id="rId6"/>
    <p:sldId id="259"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roz ahmed" userId="e577fbd672732c45" providerId="LiveId" clId="{F519B95D-885B-4073-8987-837567B9828C}"/>
    <pc:docChg chg="modSld">
      <pc:chgData name="feroz ahmed" userId="e577fbd672732c45" providerId="LiveId" clId="{F519B95D-885B-4073-8987-837567B9828C}" dt="2026-02-12T15:55:13.509" v="0" actId="20577"/>
      <pc:docMkLst>
        <pc:docMk/>
      </pc:docMkLst>
      <pc:sldChg chg="modSp mod">
        <pc:chgData name="feroz ahmed" userId="e577fbd672732c45" providerId="LiveId" clId="{F519B95D-885B-4073-8987-837567B9828C}" dt="2026-02-12T15:55:13.509" v="0" actId="20577"/>
        <pc:sldMkLst>
          <pc:docMk/>
          <pc:sldMk cId="4044179234" sldId="257"/>
        </pc:sldMkLst>
        <pc:spChg chg="mod">
          <ac:chgData name="feroz ahmed" userId="e577fbd672732c45" providerId="LiveId" clId="{F519B95D-885B-4073-8987-837567B9828C}" dt="2026-02-12T15:55:13.509" v="0" actId="20577"/>
          <ac:spMkLst>
            <pc:docMk/>
            <pc:sldMk cId="4044179234" sldId="257"/>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076D0AB4-7F81-4BCB-802F-E39ACC441159}" type="datetimeFigureOut">
              <a:rPr lang="en-IN" smtClean="0"/>
              <a:t>12-02-2026</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B02A480D-BC41-4FE6-B8FC-3BAF93085E2F}" type="slidenum">
              <a:rPr lang="en-IN" smtClean="0"/>
              <a:t>‹#›</a:t>
            </a:fld>
            <a:endParaRPr lang="en-IN"/>
          </a:p>
        </p:txBody>
      </p:sp>
    </p:spTree>
    <p:extLst>
      <p:ext uri="{BB962C8B-B14F-4D97-AF65-F5344CB8AC3E}">
        <p14:creationId xmlns:p14="http://schemas.microsoft.com/office/powerpoint/2010/main" val="31495416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6D0AB4-7F81-4BCB-802F-E39ACC441159}" type="datetimeFigureOut">
              <a:rPr lang="en-IN" smtClean="0"/>
              <a:t>12-02-2026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02A480D-BC41-4FE6-B8FC-3BAF93085E2F}" type="slidenum">
              <a:rPr lang="en-IN" smtClean="0"/>
              <a:t>‹#›</a:t>
            </a:fld>
            <a:endParaRPr lang="en-IN"/>
          </a:p>
        </p:txBody>
      </p:sp>
    </p:spTree>
    <p:extLst>
      <p:ext uri="{BB962C8B-B14F-4D97-AF65-F5344CB8AC3E}">
        <p14:creationId xmlns:p14="http://schemas.microsoft.com/office/powerpoint/2010/main" val="963308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076D0AB4-7F81-4BCB-802F-E39ACC441159}" type="datetimeFigureOut">
              <a:rPr lang="en-IN" smtClean="0"/>
              <a:t>12-02-2026</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B02A480D-BC41-4FE6-B8FC-3BAF93085E2F}" type="slidenum">
              <a:rPr lang="en-IN" smtClean="0"/>
              <a:t>‹#›</a:t>
            </a:fld>
            <a:endParaRPr lang="en-IN"/>
          </a:p>
        </p:txBody>
      </p:sp>
    </p:spTree>
    <p:extLst>
      <p:ext uri="{BB962C8B-B14F-4D97-AF65-F5344CB8AC3E}">
        <p14:creationId xmlns:p14="http://schemas.microsoft.com/office/powerpoint/2010/main" val="353401630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6D0AB4-7F81-4BCB-802F-E39ACC441159}" type="datetimeFigureOut">
              <a:rPr lang="en-IN" smtClean="0"/>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2A480D-BC41-4FE6-B8FC-3BAF93085E2F}" type="slidenum">
              <a:rPr lang="en-IN" smtClean="0"/>
              <a:t>‹#›</a:t>
            </a:fld>
            <a:endParaRPr lang="en-IN"/>
          </a:p>
        </p:txBody>
      </p:sp>
    </p:spTree>
    <p:extLst>
      <p:ext uri="{BB962C8B-B14F-4D97-AF65-F5344CB8AC3E}">
        <p14:creationId xmlns:p14="http://schemas.microsoft.com/office/powerpoint/2010/main" val="2375625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6D0AB4-7F81-4BCB-802F-E39ACC441159}" type="datetimeFigureOut">
              <a:rPr lang="en-IN" smtClean="0"/>
              <a:t>12-02-2026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02A480D-BC41-4FE6-B8FC-3BAF93085E2F}" type="slidenum">
              <a:rPr lang="en-IN" smtClean="0"/>
              <a:t>‹#›</a:t>
            </a:fld>
            <a:endParaRPr lang="en-IN"/>
          </a:p>
        </p:txBody>
      </p:sp>
    </p:spTree>
    <p:extLst>
      <p:ext uri="{BB962C8B-B14F-4D97-AF65-F5344CB8AC3E}">
        <p14:creationId xmlns:p14="http://schemas.microsoft.com/office/powerpoint/2010/main" val="394136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6D0AB4-7F81-4BCB-802F-E39ACC441159}" type="datetimeFigureOut">
              <a:rPr lang="en-IN" smtClean="0"/>
              <a:t>12-02-2026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02A480D-BC41-4FE6-B8FC-3BAF93085E2F}" type="slidenum">
              <a:rPr lang="en-IN" smtClean="0"/>
              <a:t>‹#›</a:t>
            </a:fld>
            <a:endParaRPr lang="en-IN"/>
          </a:p>
        </p:txBody>
      </p:sp>
    </p:spTree>
    <p:extLst>
      <p:ext uri="{BB962C8B-B14F-4D97-AF65-F5344CB8AC3E}">
        <p14:creationId xmlns:p14="http://schemas.microsoft.com/office/powerpoint/2010/main" val="3328396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6D0AB4-7F81-4BCB-802F-E39ACC441159}" type="datetimeFigureOut">
              <a:rPr lang="en-IN" smtClean="0"/>
              <a:t>12-02-2026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02A480D-BC41-4FE6-B8FC-3BAF93085E2F}" type="slidenum">
              <a:rPr lang="en-IN" smtClean="0"/>
              <a:t>‹#›</a:t>
            </a:fld>
            <a:endParaRPr lang="en-IN"/>
          </a:p>
        </p:txBody>
      </p:sp>
    </p:spTree>
    <p:extLst>
      <p:ext uri="{BB962C8B-B14F-4D97-AF65-F5344CB8AC3E}">
        <p14:creationId xmlns:p14="http://schemas.microsoft.com/office/powerpoint/2010/main" val="1115833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7"/>
          <p:cNvSpPr>
            <a:spLocks noGrp="1"/>
          </p:cNvSpPr>
          <p:nvPr>
            <p:ph type="dt" sz="half" idx="10"/>
          </p:nvPr>
        </p:nvSpPr>
        <p:spPr/>
        <p:txBody>
          <a:bodyPr/>
          <a:lstStyle/>
          <a:p>
            <a:fld id="{076D0AB4-7F81-4BCB-802F-E39ACC441159}" type="datetimeFigureOut">
              <a:rPr lang="en-IN" smtClean="0"/>
              <a:t>12-02-2026</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B02A480D-BC41-4FE6-B8FC-3BAF93085E2F}"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99852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076D0AB4-7F81-4BCB-802F-E39ACC441159}" type="datetimeFigureOut">
              <a:rPr lang="en-IN" smtClean="0"/>
              <a:t>12-02-2026</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B02A480D-BC41-4FE6-B8FC-3BAF93085E2F}"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0986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6D0AB4-7F81-4BCB-802F-E39ACC441159}"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2A480D-BC41-4FE6-B8FC-3BAF93085E2F}" type="slidenum">
              <a:rPr lang="en-IN" smtClean="0"/>
              <a:t>‹#›</a:t>
            </a:fld>
            <a:endParaRPr lang="en-IN"/>
          </a:p>
        </p:txBody>
      </p:sp>
    </p:spTree>
    <p:extLst>
      <p:ext uri="{BB962C8B-B14F-4D97-AF65-F5344CB8AC3E}">
        <p14:creationId xmlns:p14="http://schemas.microsoft.com/office/powerpoint/2010/main" val="3346325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6D0AB4-7F81-4BCB-802F-E39ACC441159}"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2A480D-BC41-4FE6-B8FC-3BAF93085E2F}" type="slidenum">
              <a:rPr lang="en-IN" smtClean="0"/>
              <a:t>‹#›</a:t>
            </a:fld>
            <a:endParaRPr lang="en-IN"/>
          </a:p>
        </p:txBody>
      </p:sp>
    </p:spTree>
    <p:extLst>
      <p:ext uri="{BB962C8B-B14F-4D97-AF65-F5344CB8AC3E}">
        <p14:creationId xmlns:p14="http://schemas.microsoft.com/office/powerpoint/2010/main" val="1541401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076D0AB4-7F81-4BCB-802F-E39ACC441159}" type="datetimeFigureOut">
              <a:rPr lang="en-IN" smtClean="0"/>
              <a:t>12-02-2026</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B02A480D-BC41-4FE6-B8FC-3BAF93085E2F}" type="slidenum">
              <a:rPr lang="en-IN" smtClean="0"/>
              <a:t>‹#›</a:t>
            </a:fld>
            <a:endParaRPr lang="en-IN"/>
          </a:p>
        </p:txBody>
      </p:sp>
    </p:spTree>
    <p:extLst>
      <p:ext uri="{BB962C8B-B14F-4D97-AF65-F5344CB8AC3E}">
        <p14:creationId xmlns:p14="http://schemas.microsoft.com/office/powerpoint/2010/main" val="60895559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SMART CITIES-</a:t>
            </a:r>
            <a:br>
              <a:rPr lang="en-US" dirty="0"/>
            </a:br>
            <a:r>
              <a:rPr lang="en-US" dirty="0"/>
              <a:t>PARKING</a:t>
            </a:r>
            <a:endParaRPr lang="en-IN" dirty="0"/>
          </a:p>
        </p:txBody>
      </p:sp>
    </p:spTree>
    <p:extLst>
      <p:ext uri="{BB962C8B-B14F-4D97-AF65-F5344CB8AC3E}">
        <p14:creationId xmlns:p14="http://schemas.microsoft.com/office/powerpoint/2010/main" val="2716141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Problem Statement</a:t>
            </a:r>
          </a:p>
        </p:txBody>
      </p:sp>
      <p:sp>
        <p:nvSpPr>
          <p:cNvPr id="3" name="Content Placeholder 2"/>
          <p:cNvSpPr>
            <a:spLocks noGrp="1"/>
          </p:cNvSpPr>
          <p:nvPr>
            <p:ph idx="1"/>
          </p:nvPr>
        </p:nvSpPr>
        <p:spPr>
          <a:xfrm>
            <a:off x="616132" y="1690688"/>
            <a:ext cx="10515600" cy="4351338"/>
          </a:xfrm>
        </p:spPr>
        <p:txBody>
          <a:bodyPr>
            <a:normAutofit/>
          </a:bodyPr>
          <a:lstStyle/>
          <a:p>
            <a:endParaRPr lang="en-US" dirty="0"/>
          </a:p>
          <a:p>
            <a:pPr marL="0" indent="0">
              <a:buNone/>
            </a:pPr>
            <a:r>
              <a:rPr lang="en-US" sz="2800" dirty="0"/>
              <a:t>🚦 Problem Urban drivers waste an average of 20–30 minutes daily just searching for parking. This not only causes frustration but also contributes to traffic congestion, fuel wastage, and increased carbon emissions. Existing navigation apps like Google Maps help drivers find the route but not real-time parking availability.</a:t>
            </a:r>
            <a:endParaRPr lang="en-IN" sz="2800" dirty="0"/>
          </a:p>
        </p:txBody>
      </p:sp>
    </p:spTree>
    <p:extLst>
      <p:ext uri="{BB962C8B-B14F-4D97-AF65-F5344CB8AC3E}">
        <p14:creationId xmlns:p14="http://schemas.microsoft.com/office/powerpoint/2010/main" val="4044179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Proposed Solution</a:t>
            </a:r>
          </a:p>
        </p:txBody>
      </p:sp>
      <p:sp>
        <p:nvSpPr>
          <p:cNvPr id="3" name="Content Placeholder 2"/>
          <p:cNvSpPr>
            <a:spLocks noGrp="1"/>
          </p:cNvSpPr>
          <p:nvPr>
            <p:ph idx="1"/>
          </p:nvPr>
        </p:nvSpPr>
        <p:spPr/>
        <p:txBody>
          <a:bodyPr>
            <a:normAutofit/>
          </a:bodyPr>
          <a:lstStyle/>
          <a:p>
            <a:r>
              <a:rPr lang="en-US" sz="2800" dirty="0"/>
              <a:t>Parking Availability Layer: Our system integrates real-time parking data directly into the map interface, allowing users to View available parking spots in real time (street, lots, malls, offices).</a:t>
            </a:r>
          </a:p>
          <a:p>
            <a:r>
              <a:rPr lang="en-US" sz="2800" dirty="0"/>
              <a:t>Book parking slots in advance through the app. Get guided navigation directly to the reserved spot. </a:t>
            </a:r>
          </a:p>
          <a:p>
            <a:r>
              <a:rPr lang="en-US" sz="2800" dirty="0"/>
              <a:t>Predict availability using AI models trained on historical occupancy patterns.</a:t>
            </a:r>
          </a:p>
        </p:txBody>
      </p:sp>
    </p:spTree>
    <p:extLst>
      <p:ext uri="{BB962C8B-B14F-4D97-AF65-F5344CB8AC3E}">
        <p14:creationId xmlns:p14="http://schemas.microsoft.com/office/powerpoint/2010/main" val="204838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8200" y="765434"/>
            <a:ext cx="11120846" cy="5342710"/>
          </a:xfrm>
        </p:spPr>
        <p:txBody>
          <a:bodyPr>
            <a:normAutofit fontScale="77500" lnSpcReduction="20000"/>
          </a:bodyPr>
          <a:lstStyle/>
          <a:p>
            <a:pPr marL="0" indent="0">
              <a:buNone/>
            </a:pPr>
            <a:r>
              <a:rPr lang="en-US" sz="3600" b="1" dirty="0"/>
              <a:t>⚙ How It Works</a:t>
            </a:r>
          </a:p>
          <a:p>
            <a:r>
              <a:rPr lang="en-US" sz="3600" b="1" dirty="0"/>
              <a:t>1. Data Collection :</a:t>
            </a:r>
            <a:r>
              <a:rPr lang="en-US" sz="3600" dirty="0"/>
              <a:t>Parking spaces are monitored using IoT sensors, CCTV cameras, or manual inputs from parking operators. Drivers can also crowdsource updates (e.g., marking a spot when leaving).</a:t>
            </a:r>
          </a:p>
          <a:p>
            <a:r>
              <a:rPr lang="en-US" sz="3600" b="1" dirty="0"/>
              <a:t>2. Data Processing: </a:t>
            </a:r>
            <a:r>
              <a:rPr lang="en-US" sz="3600" dirty="0"/>
              <a:t>The system sends this data to the backend in real time. An AI engine analyzes current  and historical patterns to predict availability.</a:t>
            </a:r>
          </a:p>
          <a:p>
            <a:r>
              <a:rPr lang="en-US" sz="3600" b="1" dirty="0"/>
              <a:t>3. User Access (Map Layer): </a:t>
            </a:r>
            <a:r>
              <a:rPr lang="en-US" sz="3600" dirty="0"/>
              <a:t>On the app/website, users see parking spots as a map overlay (green/yellow/red markers).They can select, reserve, and pay for a slot directly.</a:t>
            </a:r>
          </a:p>
          <a:p>
            <a:r>
              <a:rPr lang="en-US" sz="3600" b="1" dirty="0"/>
              <a:t>4. Navigation &amp; Booking :</a:t>
            </a:r>
            <a:r>
              <a:rPr lang="en-US" sz="3600" dirty="0"/>
              <a:t>The app provides turn-by-turn navigation to the reserved </a:t>
            </a:r>
            <a:r>
              <a:rPr lang="en-US" sz="3600" dirty="0" err="1"/>
              <a:t>slot.Once</a:t>
            </a:r>
            <a:r>
              <a:rPr lang="en-US" sz="3600" dirty="0"/>
              <a:t> parked, status updates are automatically synced for the next driver.</a:t>
            </a:r>
          </a:p>
        </p:txBody>
      </p:sp>
    </p:spTree>
    <p:extLst>
      <p:ext uri="{BB962C8B-B14F-4D97-AF65-F5344CB8AC3E}">
        <p14:creationId xmlns:p14="http://schemas.microsoft.com/office/powerpoint/2010/main" val="1701595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Technology Stack</a:t>
            </a:r>
          </a:p>
        </p:txBody>
      </p:sp>
      <p:sp>
        <p:nvSpPr>
          <p:cNvPr id="3" name="Content Placeholder 2"/>
          <p:cNvSpPr>
            <a:spLocks noGrp="1"/>
          </p:cNvSpPr>
          <p:nvPr>
            <p:ph idx="1"/>
          </p:nvPr>
        </p:nvSpPr>
        <p:spPr/>
        <p:txBody>
          <a:bodyPr>
            <a:normAutofit/>
          </a:bodyPr>
          <a:lstStyle/>
          <a:p>
            <a:endParaRPr lang="en-IN" sz="2400" dirty="0"/>
          </a:p>
          <a:p>
            <a:r>
              <a:rPr lang="en-IN" sz="2400" dirty="0"/>
              <a:t> </a:t>
            </a:r>
            <a:r>
              <a:rPr lang="en-IN" sz="2400" b="1" dirty="0"/>
              <a:t>Technology </a:t>
            </a:r>
            <a:r>
              <a:rPr lang="en-IN" sz="2400" b="1" dirty="0" err="1"/>
              <a:t>StackFrontend</a:t>
            </a:r>
            <a:r>
              <a:rPr lang="en-IN" sz="2400" b="1" dirty="0"/>
              <a:t> (UI): </a:t>
            </a:r>
            <a:r>
              <a:rPr lang="en-IN" sz="2400" dirty="0"/>
              <a:t>React.js / Next.js + Google Maps API or </a:t>
            </a:r>
            <a:r>
              <a:rPr lang="en-IN" sz="2400" dirty="0" err="1"/>
              <a:t>Mapbox</a:t>
            </a:r>
            <a:r>
              <a:rPr lang="en-IN" sz="2400" dirty="0"/>
              <a:t>.</a:t>
            </a:r>
          </a:p>
          <a:p>
            <a:r>
              <a:rPr lang="en-IN" sz="2400" b="1" dirty="0"/>
              <a:t>Backend: </a:t>
            </a:r>
            <a:r>
              <a:rPr lang="en-IN" sz="2400" dirty="0"/>
              <a:t>Node.js + Express.</a:t>
            </a:r>
          </a:p>
          <a:p>
            <a:r>
              <a:rPr lang="en-IN" sz="2400" b="1" dirty="0"/>
              <a:t>Database: </a:t>
            </a:r>
            <a:r>
              <a:rPr lang="en-IN" sz="2400" dirty="0"/>
              <a:t>MongoDB (for availability + bookings).</a:t>
            </a:r>
          </a:p>
          <a:p>
            <a:r>
              <a:rPr lang="en-IN" sz="2400" b="1" dirty="0"/>
              <a:t>Real-Time Updates: </a:t>
            </a:r>
            <a:r>
              <a:rPr lang="en-IN" sz="2400" dirty="0"/>
              <a:t>Socket.io (for instant occupancy updates).</a:t>
            </a:r>
          </a:p>
          <a:p>
            <a:r>
              <a:rPr lang="en-IN" sz="2400" b="1" dirty="0"/>
              <a:t>AI Layer: </a:t>
            </a:r>
            <a:r>
              <a:rPr lang="en-IN" sz="2400" dirty="0"/>
              <a:t>Python + TensorFlow (predict parking demand).</a:t>
            </a:r>
          </a:p>
          <a:p>
            <a:r>
              <a:rPr lang="en-IN" sz="2400" b="1" dirty="0"/>
              <a:t>Payments: </a:t>
            </a:r>
            <a:r>
              <a:rPr lang="en-IN" sz="2400" dirty="0"/>
              <a:t>Stripe / </a:t>
            </a:r>
            <a:r>
              <a:rPr lang="en-IN" sz="2400" dirty="0" err="1"/>
              <a:t>Razorpay</a:t>
            </a:r>
            <a:r>
              <a:rPr lang="en-IN" sz="2400" dirty="0"/>
              <a:t> for advance booking..</a:t>
            </a:r>
          </a:p>
          <a:p>
            <a:endParaRPr lang="en-IN" dirty="0"/>
          </a:p>
          <a:p>
            <a:endParaRPr lang="en-IN" dirty="0"/>
          </a:p>
        </p:txBody>
      </p:sp>
    </p:spTree>
    <p:extLst>
      <p:ext uri="{BB962C8B-B14F-4D97-AF65-F5344CB8AC3E}">
        <p14:creationId xmlns:p14="http://schemas.microsoft.com/office/powerpoint/2010/main" val="1191410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features include:</a:t>
            </a:r>
            <a:endParaRPr lang="en-IN" dirty="0"/>
          </a:p>
        </p:txBody>
      </p:sp>
      <p:sp>
        <p:nvSpPr>
          <p:cNvPr id="3" name="Content Placeholder 2"/>
          <p:cNvSpPr>
            <a:spLocks noGrp="1"/>
          </p:cNvSpPr>
          <p:nvPr>
            <p:ph idx="1"/>
          </p:nvPr>
        </p:nvSpPr>
        <p:spPr/>
        <p:txBody>
          <a:bodyPr>
            <a:normAutofit/>
          </a:bodyPr>
          <a:lstStyle/>
          <a:p>
            <a:r>
              <a:rPr lang="en-US" sz="2400" dirty="0"/>
              <a:t> </a:t>
            </a:r>
            <a:r>
              <a:rPr lang="en-US" sz="2400" b="1" dirty="0"/>
              <a:t>Real-Time Spot Detection </a:t>
            </a:r>
            <a:r>
              <a:rPr lang="en-US" sz="2400" dirty="0"/>
              <a:t>– instantly shows available parking spaces near the driver. </a:t>
            </a:r>
          </a:p>
          <a:p>
            <a:r>
              <a:rPr lang="en-US" sz="2400" b="1" dirty="0"/>
              <a:t>Integrated Payments – </a:t>
            </a:r>
            <a:r>
              <a:rPr lang="en-US" sz="2400" dirty="0"/>
              <a:t>pay securely within the app for reserved slots.</a:t>
            </a:r>
          </a:p>
          <a:p>
            <a:r>
              <a:rPr lang="en-US" sz="2400" b="1" dirty="0"/>
              <a:t>Advance Booking </a:t>
            </a:r>
            <a:r>
              <a:rPr lang="en-US" sz="2400" dirty="0"/>
              <a:t>– reserve a parking slot before reaching the destination.</a:t>
            </a:r>
          </a:p>
          <a:p>
            <a:r>
              <a:rPr lang="en-US" sz="2400" b="1" dirty="0"/>
              <a:t>AI-Powered Predictions </a:t>
            </a:r>
            <a:r>
              <a:rPr lang="en-US" sz="2400" dirty="0"/>
              <a:t>– forecast parking availability during peak hours.</a:t>
            </a:r>
            <a:endParaRPr lang="en-IN" sz="2400" dirty="0"/>
          </a:p>
        </p:txBody>
      </p:sp>
    </p:spTree>
    <p:extLst>
      <p:ext uri="{BB962C8B-B14F-4D97-AF65-F5344CB8AC3E}">
        <p14:creationId xmlns:p14="http://schemas.microsoft.com/office/powerpoint/2010/main" val="3462817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7754" y="467088"/>
            <a:ext cx="10515600" cy="6390912"/>
          </a:xfrm>
        </p:spPr>
        <p:txBody>
          <a:bodyPr>
            <a:normAutofit/>
          </a:bodyPr>
          <a:lstStyle/>
          <a:p>
            <a:endParaRPr lang="en-IN" dirty="0"/>
          </a:p>
          <a:p>
            <a:pPr marL="0" indent="0">
              <a:buNone/>
            </a:pPr>
            <a:r>
              <a:rPr lang="en-IN" sz="4000" b="1" dirty="0"/>
              <a:t>Benefits:</a:t>
            </a:r>
          </a:p>
          <a:p>
            <a:pPr marL="0" indent="0">
              <a:buNone/>
            </a:pPr>
            <a:r>
              <a:rPr lang="en-IN" sz="2400" b="1" dirty="0"/>
              <a:t>Drivers</a:t>
            </a:r>
            <a:r>
              <a:rPr lang="en-IN" dirty="0"/>
              <a:t> → Save time, fuel, and stress by finding parking quickly.</a:t>
            </a:r>
          </a:p>
          <a:p>
            <a:pPr marL="0" indent="0">
              <a:buNone/>
            </a:pPr>
            <a:r>
              <a:rPr lang="en-IN" sz="2400" b="1" dirty="0"/>
              <a:t>City Traffic Management </a:t>
            </a:r>
            <a:r>
              <a:rPr lang="en-IN" dirty="0"/>
              <a:t>→ Reduced congestion around hotspots.</a:t>
            </a:r>
          </a:p>
          <a:p>
            <a:pPr marL="0" indent="0">
              <a:buNone/>
            </a:pPr>
            <a:r>
              <a:rPr lang="en-IN" sz="2400" b="1" dirty="0"/>
              <a:t>Businesses/Parking Operators </a:t>
            </a:r>
            <a:r>
              <a:rPr lang="en-IN" dirty="0"/>
              <a:t>→ Monetize unused parking spaces, attract more customers.</a:t>
            </a:r>
          </a:p>
          <a:p>
            <a:pPr marL="0" indent="0">
              <a:buNone/>
            </a:pPr>
            <a:r>
              <a:rPr lang="en-IN" sz="2400" b="1" dirty="0"/>
              <a:t>Environment </a:t>
            </a:r>
            <a:r>
              <a:rPr lang="en-IN" dirty="0"/>
              <a:t>→ Reduced CO₂ emissions due to less vehicle idling.</a:t>
            </a:r>
          </a:p>
          <a:p>
            <a:pPr marL="0" indent="0">
              <a:buNone/>
            </a:pPr>
            <a:endParaRPr lang="en-IN" dirty="0"/>
          </a:p>
          <a:p>
            <a:pPr marL="0" indent="0">
              <a:buNone/>
            </a:pPr>
            <a:r>
              <a:rPr lang="en-US" sz="3200" b="1" dirty="0"/>
              <a:t>UNIQUENESS:</a:t>
            </a:r>
          </a:p>
          <a:p>
            <a:pPr marL="0" indent="0">
              <a:buNone/>
            </a:pPr>
            <a:r>
              <a:rPr lang="en-US" sz="2000" dirty="0"/>
              <a:t>Unlike Google Maps which only shows parking locations, our layer provides live availability, reservations, and AI-driven predictions, creating a complete parking experience for urban drivers.</a:t>
            </a:r>
            <a:endParaRPr lang="en-IN" sz="2000" dirty="0"/>
          </a:p>
        </p:txBody>
      </p:sp>
    </p:spTree>
    <p:extLst>
      <p:ext uri="{BB962C8B-B14F-4D97-AF65-F5344CB8AC3E}">
        <p14:creationId xmlns:p14="http://schemas.microsoft.com/office/powerpoint/2010/main" val="16979669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114</TotalTime>
  <Words>475</Words>
  <Application>Microsoft Office PowerPoint</Application>
  <PresentationFormat>Widescreen</PresentationFormat>
  <Paragraphs>35</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Century Gothic</vt:lpstr>
      <vt:lpstr>Garamond</vt:lpstr>
      <vt:lpstr>Savon</vt:lpstr>
      <vt:lpstr>SMART CITIES- PARKING</vt:lpstr>
      <vt:lpstr>Problem Statement</vt:lpstr>
      <vt:lpstr>Proposed Solution</vt:lpstr>
      <vt:lpstr>PowerPoint Presentation</vt:lpstr>
      <vt:lpstr>Technology Stack</vt:lpstr>
      <vt:lpstr>Key features include: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CITIES</dc:title>
  <dc:creator>Home</dc:creator>
  <cp:lastModifiedBy>feroz ahmed</cp:lastModifiedBy>
  <cp:revision>9</cp:revision>
  <dcterms:created xsi:type="dcterms:W3CDTF">2025-08-22T06:14:43Z</dcterms:created>
  <dcterms:modified xsi:type="dcterms:W3CDTF">2026-02-12T15:55:23Z</dcterms:modified>
</cp:coreProperties>
</file>